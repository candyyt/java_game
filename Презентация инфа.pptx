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B0CA35-FF14-4A08-ADD0-01A2263D8754}" v="20" dt="2026-03-11T04:57:30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684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76A2D-AAAC-CE99-C34B-EB0D708ED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C4FF9A-3C7B-77DB-30E6-D9D85D1C6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556A6A-8005-1F9B-E6CB-4E1B46A8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3A270-82A1-FEC7-C408-E7C54D0A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8EB50-4EB8-BB81-B1D0-E5E50842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33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A34FC-404A-B943-A01D-E29AB6576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956C9-2FEA-33FA-BAC2-BF2229AE1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3FFEF2-8C2A-A170-999E-F5C989D9A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138A01-A12A-A36A-9607-539C94DE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157897-6896-66DA-8E6A-6D6AAA66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21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D3A4E-794D-3970-47C1-5ED98CAB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D28F3E-D100-4E94-259A-B3170A98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59AEF0-4418-4465-2CCD-EC763A26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0DBE7D-D4D5-F306-0ECD-DF6A4514F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BA609D-039A-90D1-A0C7-AF508C5C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46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CEEDCF-2AAA-8ED5-E1EF-3AA85534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4F3C7F-9FE6-1591-0E9C-2E751B323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4097E6-11DF-7A96-1446-4FB917156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686F41-2E0D-99E2-546A-C9018CE7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9850DC-B631-6326-277C-781912A9B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D02306-2A0D-D960-14A2-A49D85C5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718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10688-6D0C-BD89-FF68-BACE5354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D90DD4-E9AF-E1A8-D304-97FF72B19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56D168-C2ED-ECB3-CC76-BC86A84AA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C0FE96-EC09-DA43-675F-A5FBF4164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B59FFB4-DB79-8D08-A2BA-CDDE632DE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B2DF84-2D6C-3773-647C-ECE33295F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82F8AE-0B56-3DA8-CF8D-71C87E48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2055DC-8C57-D9F9-68C6-CF7676C8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36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6CF28-DF2D-D0D2-C83E-709E3ED7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FC33369-75EB-66CA-F660-F60BEC7A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AB7F9F2-04B1-4F7D-B08A-AB07B962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F3F6B8-9E8B-9A50-35EF-A175C0B8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0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448D78-ABE2-EE32-E844-AD4CC6F5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CA8EAE-80B4-6823-DC0A-1542B3C8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B324F9-D0AE-52DD-2E63-40603518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78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93FC8-1675-E59A-9C4F-4ED48CD7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303FBF-B682-2952-321D-28BA0264F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C054DA-8213-523F-BE6B-5B1713AB0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583E58-9BBA-1A56-350D-9A549705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0C76AA-8F14-7130-C05F-2241B729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A4D9F1-681D-564D-E24C-9A2C0ACC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91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4B000A-3440-F4D7-D2A6-9A4C34994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6830D7C-CB47-307B-D2E0-DD68D019F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AF6624-033E-101C-3D1F-F2F2C25DD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8603AF-9060-D82F-6A07-302A7A3C2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81ECBF-5423-546F-BA50-53D8D447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D7C9C1-14BD-61DB-AA42-1F6610A1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46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85B47-1A2A-189E-8DFD-301337AF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40A877-007A-BB6D-7000-40D1D2AF1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EBFFA4-2135-5027-BB29-887AC2BE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6384AE-CD13-C93B-F2EE-4C7E44E6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8E7528-F6E2-F7CA-DC52-04370806A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48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BC4D0F-7492-2491-F324-32FCED6AB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170E85-D3C1-6297-B20A-80B15A725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A233F0-1078-0794-AFB9-BFC16FF0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3F56CA-058D-F143-B9EF-0FE18E07C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433B4D-5B6F-55FC-FD07-B885D5AB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17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EBEF96-7FAD-1A61-D3FE-5BFFC975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DE1E25-67F2-1330-D08C-9346A90F3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7A6B03-F143-F57F-A174-D2590E1DD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8A6A2-BF99-4281-8205-B6F90DE3879F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8F4921-5D92-52B2-6628-2902B0ABC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AC1806-14C2-2577-5A13-3AD33D07A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05B0C-94D4-4399-9C4B-370BA6573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32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C1955-263A-F551-D203-304381EBC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2</a:t>
            </a:r>
            <a:r>
              <a:rPr lang="en-US" dirty="0"/>
              <a:t>D RPG </a:t>
            </a:r>
            <a:r>
              <a:rPr lang="ru-RU" dirty="0"/>
              <a:t>игра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B6405C-5F1C-5C4E-D0AC-E77737A052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Годовой проект по информатике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08CC4-75D0-33FE-0CC0-D207F5A794A5}"/>
              </a:ext>
            </a:extLst>
          </p:cNvPr>
          <p:cNvSpPr txBox="1"/>
          <p:nvPr/>
        </p:nvSpPr>
        <p:spPr>
          <a:xfrm>
            <a:off x="8624485" y="6067425"/>
            <a:ext cx="3567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Автор</a:t>
            </a:r>
            <a:r>
              <a:rPr lang="en-US" dirty="0"/>
              <a:t>: </a:t>
            </a:r>
            <a:r>
              <a:rPr lang="ru-RU" dirty="0"/>
              <a:t>Трофимов Севастьян 10-7</a:t>
            </a:r>
          </a:p>
          <a:p>
            <a:r>
              <a:rPr lang="ru-RU" dirty="0"/>
              <a:t>Руководитель: Дружинина М.В.</a:t>
            </a:r>
          </a:p>
        </p:txBody>
      </p:sp>
    </p:spTree>
    <p:extLst>
      <p:ext uri="{BB962C8B-B14F-4D97-AF65-F5344CB8AC3E}">
        <p14:creationId xmlns:p14="http://schemas.microsoft.com/office/powerpoint/2010/main" val="314498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8FA9F-24D5-F67D-349F-BF42878C4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170" y="129165"/>
            <a:ext cx="4889657" cy="1325563"/>
          </a:xfrm>
        </p:spPr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5ABC1AE-7FBC-A711-493F-1023A9268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463" y="1454728"/>
            <a:ext cx="7371616" cy="4684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510FFE-8B7D-DAFC-BD37-0670F75A7E80}"/>
              </a:ext>
            </a:extLst>
          </p:cNvPr>
          <p:cNvSpPr txBox="1"/>
          <p:nvPr/>
        </p:nvSpPr>
        <p:spPr>
          <a:xfrm>
            <a:off x="1304463" y="6308209"/>
            <a:ext cx="9583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Игрок управляет героем, собирает шестерёнки, сражается с монстрами, проходит уровни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31159-E1AE-C764-B442-001B8906E98C}"/>
              </a:ext>
            </a:extLst>
          </p:cNvPr>
          <p:cNvSpPr txBox="1"/>
          <p:nvPr/>
        </p:nvSpPr>
        <p:spPr>
          <a:xfrm>
            <a:off x="8676079" y="1492828"/>
            <a:ext cx="36021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Разработать 2D-платформер с элементами RPG.</a:t>
            </a:r>
          </a:p>
          <a:p>
            <a:endParaRPr lang="ru-RU" dirty="0"/>
          </a:p>
          <a:p>
            <a:r>
              <a:rPr lang="ru-RU" dirty="0"/>
              <a:t>Реализовать управление, физику, сбор предметов, прокачку, сражения с боссами.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16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7E17D-F2BF-6376-57A8-9BBCFDC2D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Постановка задачи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0B6CDAD-A1F9-D360-2F93-513B6A5B8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574031"/>
            <a:ext cx="5188590" cy="21528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B6DDE-FA6E-A0BE-6DB2-DE4A44D7DD3F}"/>
              </a:ext>
            </a:extLst>
          </p:cNvPr>
          <p:cNvSpPr txBox="1"/>
          <p:nvPr/>
        </p:nvSpPr>
        <p:spPr>
          <a:xfrm>
            <a:off x="838200" y="5708073"/>
            <a:ext cx="933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Интерфейс должен отображать состояние игрока, позволять улучшать характеристики.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43AD262-9797-B93C-57D0-C771884CA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582" y="1574031"/>
            <a:ext cx="5358063" cy="402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59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E30C5-CE1C-0D93-FD7B-CFD906EA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Математическая модель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F1B96DA-55FC-41DB-C1A1-E38C71E4D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8734" y="1810599"/>
            <a:ext cx="2854036" cy="183579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3914B1-461E-FCF2-3936-A60304064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10599"/>
            <a:ext cx="4708048" cy="18319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BD4DA6-4A6A-FDF4-9315-898EC7F86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818" y="3947280"/>
            <a:ext cx="3050260" cy="224171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5ACD32-2A67-588A-54E4-76D681204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734" y="3947280"/>
            <a:ext cx="5534797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4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7F284-457D-FD61-2C8F-1A430481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Структура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BBF8536-7015-05A0-DCDA-F5E404426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2229161" cy="1190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CFD270-51B5-119A-F454-95116BAE73AD}"/>
              </a:ext>
            </a:extLst>
          </p:cNvPr>
          <p:cNvSpPr txBox="1"/>
          <p:nvPr/>
        </p:nvSpPr>
        <p:spPr>
          <a:xfrm>
            <a:off x="468014" y="2881479"/>
            <a:ext cx="296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Текстовый файл с числами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53C8C183-99F9-3747-5A88-FF8CEEAB9EC2}"/>
              </a:ext>
            </a:extLst>
          </p:cNvPr>
          <p:cNvCxnSpPr>
            <a:cxnSpLocks/>
          </p:cNvCxnSpPr>
          <p:nvPr/>
        </p:nvCxnSpPr>
        <p:spPr>
          <a:xfrm>
            <a:off x="3128321" y="2286083"/>
            <a:ext cx="902659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737419-8087-2BAB-7A3A-EFD851DA2C3F}"/>
              </a:ext>
            </a:extLst>
          </p:cNvPr>
          <p:cNvSpPr txBox="1"/>
          <p:nvPr/>
        </p:nvSpPr>
        <p:spPr>
          <a:xfrm>
            <a:off x="4091940" y="2101417"/>
            <a:ext cx="3240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Массив </a:t>
            </a:r>
            <a:r>
              <a:rPr lang="en-US" dirty="0" err="1"/>
              <a:t>mapTileNum</a:t>
            </a:r>
            <a:r>
              <a:rPr lang="en-US" dirty="0"/>
              <a:t>[col][row]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749786-097A-C680-1507-1389E8DAA68C}"/>
              </a:ext>
            </a:extLst>
          </p:cNvPr>
          <p:cNvSpPr txBox="1"/>
          <p:nvPr/>
        </p:nvSpPr>
        <p:spPr>
          <a:xfrm>
            <a:off x="1644681" y="31699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0241CCF-6302-BC41-62BC-96052155C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19" y="3476874"/>
            <a:ext cx="2657902" cy="115618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A5AEAB6-9AEA-7752-DD89-78F9EEDCA299}"/>
              </a:ext>
            </a:extLst>
          </p:cNvPr>
          <p:cNvSpPr txBox="1"/>
          <p:nvPr/>
        </p:nvSpPr>
        <p:spPr>
          <a:xfrm>
            <a:off x="1190230" y="4633061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Картинки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D4E19757-9F37-AE20-00A1-40A4AD76BCB5}"/>
              </a:ext>
            </a:extLst>
          </p:cNvPr>
          <p:cNvCxnSpPr>
            <a:cxnSpLocks/>
          </p:cNvCxnSpPr>
          <p:nvPr/>
        </p:nvCxnSpPr>
        <p:spPr>
          <a:xfrm flipV="1">
            <a:off x="3276600" y="2470749"/>
            <a:ext cx="1242060" cy="144593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42BBAF3-6D89-E260-4139-E56E88CA5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029" y="2903100"/>
            <a:ext cx="1810003" cy="6954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103F6A0-EC41-CC55-6210-ED33371AA9C2}"/>
              </a:ext>
            </a:extLst>
          </p:cNvPr>
          <p:cNvSpPr txBox="1"/>
          <p:nvPr/>
        </p:nvSpPr>
        <p:spPr>
          <a:xfrm>
            <a:off x="4135909" y="3639681"/>
            <a:ext cx="3920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Текстовый файл с названием и координатами сущности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AAF301-641C-F045-E2C5-9EA2AF297073}"/>
              </a:ext>
            </a:extLst>
          </p:cNvPr>
          <p:cNvSpPr txBox="1"/>
          <p:nvPr/>
        </p:nvSpPr>
        <p:spPr>
          <a:xfrm>
            <a:off x="4200303" y="4696741"/>
            <a:ext cx="313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Массивы </a:t>
            </a:r>
            <a:r>
              <a:rPr lang="en-US" dirty="0"/>
              <a:t>obj[] </a:t>
            </a:r>
            <a:r>
              <a:rPr lang="ru-RU" dirty="0"/>
              <a:t>и </a:t>
            </a:r>
            <a:r>
              <a:rPr lang="en-US" dirty="0"/>
              <a:t>monster[] </a:t>
            </a:r>
            <a:r>
              <a:rPr lang="ru-RU" dirty="0"/>
              <a:t>для размещения сущностей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5A28C1-10ED-50D3-32DD-90C62924CA27}"/>
              </a:ext>
            </a:extLst>
          </p:cNvPr>
          <p:cNvSpPr txBox="1"/>
          <p:nvPr/>
        </p:nvSpPr>
        <p:spPr>
          <a:xfrm>
            <a:off x="5548663" y="4286012"/>
            <a:ext cx="435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+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DC2B0E-C44D-7412-3978-2786260C7AE0}"/>
              </a:ext>
            </a:extLst>
          </p:cNvPr>
          <p:cNvSpPr txBox="1"/>
          <p:nvPr/>
        </p:nvSpPr>
        <p:spPr>
          <a:xfrm>
            <a:off x="4194567" y="5657671"/>
            <a:ext cx="3137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Классы </a:t>
            </a:r>
            <a:r>
              <a:rPr lang="en-US" dirty="0"/>
              <a:t>Player </a:t>
            </a:r>
            <a:r>
              <a:rPr lang="ru-RU" dirty="0"/>
              <a:t>и класс </a:t>
            </a:r>
            <a:r>
              <a:rPr lang="en-US" dirty="0"/>
              <a:t>Boss </a:t>
            </a:r>
            <a:r>
              <a:rPr lang="ru-RU" dirty="0"/>
              <a:t>для реализации перемещения, атак и характеристик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0B9DB7-551D-6280-4BD6-DF2F8D3BD587}"/>
              </a:ext>
            </a:extLst>
          </p:cNvPr>
          <p:cNvSpPr txBox="1"/>
          <p:nvPr/>
        </p:nvSpPr>
        <p:spPr>
          <a:xfrm>
            <a:off x="5548663" y="530167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</a:t>
            </a: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69E66F2F-6E12-6315-AC24-B517D9E0C9FB}"/>
              </a:ext>
            </a:extLst>
          </p:cNvPr>
          <p:cNvCxnSpPr/>
          <p:nvPr/>
        </p:nvCxnSpPr>
        <p:spPr>
          <a:xfrm>
            <a:off x="7543800" y="2286083"/>
            <a:ext cx="1295400" cy="61701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AEC06B39-D373-4F46-47E4-2FFD6A8215A8}"/>
              </a:ext>
            </a:extLst>
          </p:cNvPr>
          <p:cNvCxnSpPr/>
          <p:nvPr/>
        </p:nvCxnSpPr>
        <p:spPr>
          <a:xfrm flipV="1">
            <a:off x="7734300" y="3354586"/>
            <a:ext cx="1104900" cy="56209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D7054F69-F478-B58C-0AAB-47DEF22DD251}"/>
              </a:ext>
            </a:extLst>
          </p:cNvPr>
          <p:cNvCxnSpPr>
            <a:cxnSpLocks/>
          </p:cNvCxnSpPr>
          <p:nvPr/>
        </p:nvCxnSpPr>
        <p:spPr>
          <a:xfrm flipV="1">
            <a:off x="7457045" y="3635633"/>
            <a:ext cx="1598055" cy="138427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9DB598E5-818A-C67A-A97C-C78021A10144}"/>
              </a:ext>
            </a:extLst>
          </p:cNvPr>
          <p:cNvCxnSpPr>
            <a:stCxn id="27" idx="3"/>
          </p:cNvCxnSpPr>
          <p:nvPr/>
        </p:nvCxnSpPr>
        <p:spPr>
          <a:xfrm flipV="1">
            <a:off x="7332121" y="3962846"/>
            <a:ext cx="1888079" cy="229499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EEEBF3-3AF7-9EA1-F5B0-24CF8B7A2970}"/>
              </a:ext>
            </a:extLst>
          </p:cNvPr>
          <p:cNvSpPr txBox="1"/>
          <p:nvPr/>
        </p:nvSpPr>
        <p:spPr>
          <a:xfrm>
            <a:off x="9055100" y="2989302"/>
            <a:ext cx="2888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Отрисовка </a:t>
            </a:r>
            <a:r>
              <a:rPr lang="ru-RU" dirty="0" err="1"/>
              <a:t>тайлов</a:t>
            </a:r>
            <a:r>
              <a:rPr lang="ru-RU" dirty="0"/>
              <a:t>, персонажей и предметов</a:t>
            </a:r>
          </a:p>
        </p:txBody>
      </p:sp>
    </p:spTree>
    <p:extLst>
      <p:ext uri="{BB962C8B-B14F-4D97-AF65-F5344CB8AC3E}">
        <p14:creationId xmlns:p14="http://schemas.microsoft.com/office/powerpoint/2010/main" val="181758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A702D-87DE-0E01-9D15-2633F90F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712A83-A4AB-0E32-4E06-5D63401DC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Инициализация:</a:t>
            </a:r>
            <a:r>
              <a:rPr lang="ru-RU" dirty="0"/>
              <a:t> загрузка карты, объектов, монстров.</a:t>
            </a:r>
            <a:endParaRPr lang="en-US" b="1" dirty="0"/>
          </a:p>
          <a:p>
            <a:pPr marL="0" indent="0">
              <a:buNone/>
            </a:pPr>
            <a:r>
              <a:rPr lang="ru-RU" b="1" dirty="0"/>
              <a:t>Игровой цикл:</a:t>
            </a:r>
            <a:endParaRPr lang="ru-RU" dirty="0"/>
          </a:p>
          <a:p>
            <a:pPr lvl="1"/>
            <a:r>
              <a:rPr lang="ru-RU" dirty="0"/>
              <a:t>Обработка ввода (клавиши, мышь).</a:t>
            </a:r>
          </a:p>
          <a:p>
            <a:pPr lvl="1"/>
            <a:r>
              <a:rPr lang="ru-RU" dirty="0"/>
              <a:t>Обновление физики (гравитация, коллизии с </a:t>
            </a:r>
            <a:r>
              <a:rPr lang="ru-RU" dirty="0" err="1"/>
              <a:t>тайлами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Обновление игрока (движение, атака, рывок).</a:t>
            </a:r>
          </a:p>
          <a:p>
            <a:pPr lvl="1"/>
            <a:r>
              <a:rPr lang="ru-RU" dirty="0"/>
              <a:t>Обновление монстров (ИИ, патруль, преследование).</a:t>
            </a:r>
          </a:p>
          <a:p>
            <a:pPr lvl="1"/>
            <a:r>
              <a:rPr lang="ru-RU" dirty="0"/>
              <a:t>Проверка столкновений с монстрами и объектами.</a:t>
            </a:r>
          </a:p>
          <a:p>
            <a:pPr lvl="1"/>
            <a:r>
              <a:rPr lang="ru-RU" dirty="0"/>
              <a:t>Проверка переходов между картами и чекпоинтов.</a:t>
            </a:r>
          </a:p>
          <a:p>
            <a:pPr lvl="1"/>
            <a:r>
              <a:rPr lang="ru-RU" dirty="0"/>
              <a:t>Отрисовка.</a:t>
            </a:r>
          </a:p>
          <a:p>
            <a:pPr marL="0" indent="0">
              <a:buNone/>
            </a:pPr>
            <a:r>
              <a:rPr lang="ru-RU" b="1" dirty="0"/>
              <a:t>Завершение:</a:t>
            </a:r>
            <a:r>
              <a:rPr lang="ru-RU" dirty="0"/>
              <a:t> при смерти игрока – </a:t>
            </a:r>
            <a:r>
              <a:rPr lang="ru-RU" dirty="0" err="1"/>
              <a:t>респаун</a:t>
            </a:r>
            <a:r>
              <a:rPr lang="ru-RU" dirty="0"/>
              <a:t>, при победе над боссом – телепорт</a:t>
            </a:r>
            <a:r>
              <a:rPr lang="en-US" dirty="0"/>
              <a:t> </a:t>
            </a:r>
            <a:r>
              <a:rPr lang="ru-RU" dirty="0"/>
              <a:t>на следующую карту.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93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84AA6-D69E-9DE5-690E-F563FC02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03EFB1-03B7-6981-57D4-F605A9E61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0761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202</Words>
  <Application>Microsoft Office PowerPoint</Application>
  <PresentationFormat>Широкоэкранный</PresentationFormat>
  <Paragraphs>34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2D RPG игра</vt:lpstr>
      <vt:lpstr>Постановка задачи</vt:lpstr>
      <vt:lpstr>Постановка задачи</vt:lpstr>
      <vt:lpstr>Математическая модель</vt:lpstr>
      <vt:lpstr>Структура данных</vt:lpstr>
      <vt:lpstr>Метод решения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 last name Sebastian</dc:creator>
  <cp:lastModifiedBy>No last name Sebastian</cp:lastModifiedBy>
  <cp:revision>2</cp:revision>
  <dcterms:created xsi:type="dcterms:W3CDTF">2026-03-10T21:04:59Z</dcterms:created>
  <dcterms:modified xsi:type="dcterms:W3CDTF">2026-03-11T05:00:22Z</dcterms:modified>
</cp:coreProperties>
</file>